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8e10e63c9647e1" /><Relationship Type="http://schemas.openxmlformats.org/officeDocument/2006/relationships/extended-properties" Target="/docProps/app.xml" Id="Rfd3e2e3b7116463a" /><Relationship Type="http://schemas.openxmlformats.org/officeDocument/2006/relationships/officeDocument" Target="/ppt/presentation.xml" Id="R6b1c5e435a1046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8bec4cf5f4f23"/>
  </p:sldMasterIdLst>
  <p:notesMasterIdLst>
    <p:notesMasterId xmlns:r="http://schemas.openxmlformats.org/officeDocument/2006/relationships" r:id="Re65200417a9f47f7"/>
  </p:notesMasterIdLst>
  <p:sldIdLst>
    <p:sldId xmlns:r="http://schemas.openxmlformats.org/officeDocument/2006/relationships" id="256" r:id="Rd9d0b01347634e4f"/>
    <p:sldId xmlns:r="http://schemas.openxmlformats.org/officeDocument/2006/relationships" id="257" r:id="Rc6dc4b20bad24d2e"/>
    <p:sldId xmlns:r="http://schemas.openxmlformats.org/officeDocument/2006/relationships" id="258" r:id="R5a6015a1af224603"/>
    <p:sldId xmlns:r="http://schemas.openxmlformats.org/officeDocument/2006/relationships" id="259" r:id="R252ad48b4b594b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acf25523b24e22" /><Relationship Type="http://schemas.openxmlformats.org/officeDocument/2006/relationships/slideMaster" Target="/ppt/slideMasters/slideMaster1.xml" Id="R3038bec4cf5f4f23" /><Relationship Type="http://schemas.openxmlformats.org/officeDocument/2006/relationships/notesMaster" Target="/ppt/notesMasters/notesMaster1.xml" Id="Re65200417a9f47f7" /><Relationship Type="http://schemas.openxmlformats.org/officeDocument/2006/relationships/presProps" Target="/ppt/presProps.xml" Id="R873822f338664634" /><Relationship Type="http://schemas.openxmlformats.org/officeDocument/2006/relationships/tableStyles" Target="/ppt/tableStyles.xml" Id="Rad74e2816a124922" /><Relationship Type="http://schemas.openxmlformats.org/officeDocument/2006/relationships/slide" Target="/ppt/slides/slide1.xml" Id="Rd9d0b01347634e4f" /><Relationship Type="http://schemas.openxmlformats.org/officeDocument/2006/relationships/slide" Target="/ppt/slides/slide2.xml" Id="Rc6dc4b20bad24d2e" /><Relationship Type="http://schemas.openxmlformats.org/officeDocument/2006/relationships/slide" Target="/ppt/slides/slide3.xml" Id="R5a6015a1af224603" /><Relationship Type="http://schemas.openxmlformats.org/officeDocument/2006/relationships/slide" Target="/ppt/slides/slide4.xml" Id="R252ad48b4b594b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471d908cb4e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fe300efba74a92" /><Relationship Type="http://schemas.openxmlformats.org/officeDocument/2006/relationships/notesMaster" Target="/ppt/notesMasters/notesMaster1.xml" Id="R7a2f79e1a09b40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04669cdc734ca0" /><Relationship Type="http://schemas.openxmlformats.org/officeDocument/2006/relationships/notesMaster" Target="/ppt/notesMasters/notesMaster1.xml" Id="R5b0b99d72eeb4e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4eeeff56d34824" /><Relationship Type="http://schemas.openxmlformats.org/officeDocument/2006/relationships/notesMaster" Target="/ppt/notesMasters/notesMaster1.xml" Id="R7c15efa3404447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b91b230894ac9" /><Relationship Type="http://schemas.openxmlformats.org/officeDocument/2006/relationships/notesMaster" Target="/ppt/notesMasters/notesMaster1.xml" Id="R6820d83f8bcd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内容为自制教学演示，非真实研究。配套访谈摘要、编码表和研究项目可交叉阅读。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内容为自制教学演示，非真实研究。配套访谈摘要、编码表和研究项目可交叉阅读。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内容为自制教学演示，非真实研究。配套访谈摘要、编码表和研究项目可交叉阅读。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内容为自制教学演示，非真实研究。配套访谈摘要、编码表和研究项目可交叉阅读。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430e9c26a4b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ea0c38ec514f90" /><Relationship Type="http://schemas.openxmlformats.org/officeDocument/2006/relationships/slideLayout" Target="/ppt/slideLayouts/slideLayout1.xml" Id="R92b321aee858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b321aee858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38e4036724ae3" /><Relationship Type="http://schemas.openxmlformats.org/officeDocument/2006/relationships/notesSlide" Target="/ppt/notesSlides/notesSlide1.xml" Id="R57ce80d0488040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0be1970794361" /><Relationship Type="http://schemas.openxmlformats.org/officeDocument/2006/relationships/notesSlide" Target="/ppt/notesSlides/notesSlide2.xml" Id="R506b89fe6e3b48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0c044e11849ce" /><Relationship Type="http://schemas.openxmlformats.org/officeDocument/2006/relationships/notesSlide" Target="/ppt/notesSlides/notesSlide3.xml" Id="Rcf8bdef4b5e2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70d617b7242d5" /><Relationship Type="http://schemas.openxmlformats.org/officeDocument/2006/relationships/notesSlide" Target="/ppt/notesSlides/notesSlide4.xml" Id="Re304df50c9424c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E1845-B04C-4DAB-A6E4-3D80114A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5CED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615CED"/>
                </a:solidFill>
                <a:latin typeface="Heiti SC"/>
                <a:ea typeface="Heiti SC"/>
                <a:cs typeface="Heiti SC"/>
              </a:rPr>
              <a:t>资料回找研究 · 教学演示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AA930-C53A-4478-B2C6-42E43AE3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先验证回找过程，再决定功能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2A639-8259-4928-A1D5-FBCFD377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382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本材料以三段虚构访谈展示研究表达方法。</a:t>
            </a:r>
          </a:p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不是实际调查，不支持用户比例或产品收益结论。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C9D9B-AB4C-4ABA-94F8-C2518247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58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707583"/>
                </a:solidFill>
                <a:latin typeface="Heiti SC"/>
                <a:ea typeface="Heiti SC"/>
                <a:cs typeface="Heiti SC"/>
              </a:rPr>
              <a:t>轻笺示例资料 · 虚构案例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C2CC5-280D-4261-97FB-17B97325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58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707583"/>
                </a:solidFill>
                <a:latin typeface="Heiti SC"/>
                <a:ea typeface="Heiti SC"/>
                <a:cs typeface="Heiti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353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D0496-FEC8-4CBF-8CDB-547B071F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5CED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615CED"/>
                </a:solidFill>
                <a:latin typeface="Heiti SC"/>
                <a:ea typeface="Heiti SC"/>
                <a:cs typeface="Heiti SC"/>
              </a:rPr>
              <a:t>模拟证据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60DFC-0963-4577-926F-BDCC92FA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把原话与解释分开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DDA96-0CFD-428D-9B99-CF071732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382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A 忘记保存用途：可能缺少情境线索。</a:t>
            </a:r>
          </a:p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B 能通过关键词回找：保留相反案例。</a:t>
            </a:r>
          </a:p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C 按项目整理：任务结构是另一种线索。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48515-7553-4766-A114-A9B9B709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58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707583"/>
                </a:solidFill>
                <a:latin typeface="Heiti SC"/>
                <a:ea typeface="Heiti SC"/>
                <a:cs typeface="Heiti SC"/>
              </a:rPr>
              <a:t>轻笺示例资料 · 虚构案例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0A22E-49F8-4E18-9F6E-BB48583C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58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707583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1605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DB9CB-08ED-45EC-A6D6-0DBBB7B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5CED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615CED"/>
                </a:solidFill>
                <a:latin typeface="Heiti SC"/>
                <a:ea typeface="Heiti SC"/>
                <a:cs typeface="Heiti SC"/>
              </a:rPr>
              <a:t>判断边界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1C537-DFBF-4E1F-A8D0-C8CEC0BA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现有材料还不能决定增加标签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63CBC-5E04-43E8-9DF0-76FD5561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382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访谈回忆不等于实际操作。</a:t>
            </a:r>
          </a:p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相同困难可能有不同原因。</a:t>
            </a:r>
          </a:p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先记录未知，再安排能区分解释的任务。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1F25E-21B6-4E12-B722-9EBE677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58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707583"/>
                </a:solidFill>
                <a:latin typeface="Heiti SC"/>
                <a:ea typeface="Heiti SC"/>
                <a:cs typeface="Heiti SC"/>
              </a:rPr>
              <a:t>轻笺示例资料 · 虚构案例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DD9FC-7508-4CCC-9319-1469D128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58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707583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6668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3F6A0-6B28-4CC7-81E9-368E2564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5CED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615CED"/>
                </a:solidFill>
                <a:latin typeface="Heiti SC"/>
                <a:ea typeface="Heiti SC"/>
                <a:cs typeface="Heiti SC"/>
              </a:rPr>
              <a:t>验证行动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92FF1-A38A-4DDE-8F85-36E054B7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下一轮观察一次真实回找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204C4-46DA-46BA-83A7-6BD68E5F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382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任务：找回近期保存的一份资料。</a:t>
            </a:r>
          </a:p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记录：入口、动作、关键词、原话与中断点。</a:t>
            </a:r>
          </a:p>
          <a:p xmlns:a="http://schemas.openxmlformats.org/drawingml/2006/main">
            <a:pPr>
              <a:defRPr sz="2175" b="0">
                <a:solidFill>
                  <a:srgbClr val="222536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22536"/>
                </a:solidFill>
                <a:latin typeface="Heiti SC"/>
                <a:ea typeface="Heiti SC"/>
                <a:cs typeface="Heiti SC"/>
              </a:rPr>
              <a:t>完成：能说明哪些解释得到支持，哪些需要修正。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78303-DA0B-40E6-A15B-7BA0EF48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58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707583"/>
                </a:solidFill>
                <a:latin typeface="Heiti SC"/>
                <a:ea typeface="Heiti SC"/>
                <a:cs typeface="Heiti SC"/>
              </a:rPr>
              <a:t>轻笺示例资料 · 虚构案例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89510-58E0-48BF-87FA-E81380BB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58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707583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9813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2026-09-08T17:46:06.7950000Z</dcterms:created>
  <dcterms:modified xsi:type="dcterms:W3CDTF">2026-09-08T17:46:06.7950000Z</dcterms:modified>
</coreProperties>
</file>